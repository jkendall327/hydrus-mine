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</Types>
</file>

<file path=ppt/presentation.xml><?xml version="1.0" encoding="utf-8"?>
<p:presentation xmlns:p="http://schemas.openxmlformats.org/presentationml/2006/main">
  <p:sldSz cx="9144000" cy="5143500"/>
</p:presentation>
</file>

<file path=docProps/app.xml><?xml version="1.0" encoding="utf-8"?>
<Properties xmlns="http://schemas.openxmlformats.org/officeDocument/2006/extended-properties">
  <Words>5</Words>
</Properties>
</file>