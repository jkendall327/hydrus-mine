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Sz cx="9144000" cy="5143500"/>
</p:presentation>
</file>

<file path=docProps/app.xml><?xml version="1.0" encoding="utf-8"?>
<Properties xmlns="http://schemas.openxmlformats.org/officeDocument/2006/extended-properties">
  <Words>42</Words>
</Properties>
</file>